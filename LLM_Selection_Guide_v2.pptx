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</a:defRPr>
            </a:pPr>
            <a:r>
              <a:t>LLM Selection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Finding the right AI model for your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Quick decision guide - find your LLM in seconds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Provider overview - Claude, OpenAI, Gemini, DeepSeek, Open Source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Use case recommendations - which model for which project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Cost comparison - budget vs mid-range vs premium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Resources for deeper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32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Quick Decision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What Matters Most to You?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D4FF"/>
                          </a:solidFill>
                        </a:defRPr>
                      </a:pPr>
                      <a:r>
                        <a:t>Need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D4FF"/>
                          </a:solidFill>
                        </a:defRPr>
                      </a:pPr>
                      <a:r>
                        <a:t>Best Choice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D4FF"/>
                          </a:solidFill>
                        </a:defRPr>
                      </a:pPr>
                      <a:r>
                        <a:t>Runner Up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D4FF"/>
                          </a:solidFill>
                        </a:defRPr>
                      </a:pPr>
                      <a:r>
                        <a:t>Budget Option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Lowest Cost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</a:defRPr>
                      </a:pPr>
                      <a:r>
                        <a:t>DeepSeek V3.2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Gemini Flash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Claude Haiku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Highest Quality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</a:defRPr>
                      </a:pPr>
                      <a:r>
                        <a:t>Claude Opus 4.5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GPT-5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Gemini 3 Pro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Fastest Speed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</a:defRPr>
                      </a:pPr>
                      <a:r>
                        <a:t>Claude Haiku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Gemini Flash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GPT-4o-mini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Data Privacy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</a:defRPr>
                      </a:pPr>
                      <a:r>
                        <a:t>Llama 4 (self-host)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Qwen 3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Best Coding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</a:defRPr>
                      </a:pPr>
                      <a:r>
                        <a:t>Claude Opus 4.5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Gemini Flash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DeepSeek Coder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Complex Reasoning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C55E"/>
                          </a:solidFill>
                        </a:defRPr>
                      </a:pPr>
                      <a:r>
                        <a:t>OpenAI o3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DeepSeek R1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Claude Opus</a:t>
                      </a:r>
                    </a:p>
                  </a:txBody>
                  <a:tcPr>
                    <a:solidFill>
                      <a:srgbClr val="1E1E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32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Provider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Claude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B4B4B4"/>
                </a:solidFill>
              </a:defRPr>
            </a:pPr>
            <a:r>
              <a:t>Best for coding &amp; following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Strengths: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Excellent at complex, detailed instructions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Industry-leading code generation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Natural, human-like conversation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Extended thinking for deep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6400800" cy="64008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AB308"/>
                </a:solidFill>
              </a:defRPr>
            </a:pPr>
            <a:r>
              <a:t>Trade-off: More expensive than DeepSeek/Gemini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Models: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Opus 4.5 ($$$) - Maximum quality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Sonnet 4.5 ($$) - Balanced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Haiku 4.5 ($) - Fast &amp; cheap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OpenAI (GPT)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B4B4B4"/>
                </a:solidFill>
              </a:defRPr>
            </a:pPr>
            <a:r>
              <a:t>Most widely used, strong all-rounder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Strengths: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Largest ecosystem &amp; integrations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Best reasoning models (o3 series)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Strong multimodal capabilities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1M token context (GPT-4.1)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6400800" cy="64008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AB308"/>
                </a:solidFill>
              </a:defRPr>
            </a:pPr>
            <a:r>
              <a:t>Trade-off: Premium pricing, especially GPT-5 and 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Models: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GPT-5 ($$$) - Flagship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o3 ($$$) - Complex reasoning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GPT-4o ($$) - General use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GPT-4o-mini ($) - Budget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Google (Gemini)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B4B4B4"/>
                </a:solidFill>
              </a:defRPr>
            </a:pPr>
            <a:r>
              <a:t>Long context &amp; Google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Strengths: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Longest context (up to 2M tokens)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Native Google Workspace integration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Good price-performance ratio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Strong multimodal (text, image, video)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6400800" cy="64008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AB308"/>
                </a:solidFill>
              </a:defRPr>
            </a:pPr>
            <a:r>
              <a:t>Trade-off: Less consistent on complex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Models: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Gemini 3 Pro ($$$) - Best quality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Gemini Flash ($) - Fast &amp; cheap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Gemini 2.5 Pro ($$) - 2M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DeepSeek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B4B4B4"/>
                </a:solidFill>
              </a:defRPr>
            </a:pPr>
            <a:r>
              <a:t>Incredible value - 10-30x cheaper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Strengths: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Quality comparable to GPT-4/Sonnet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Fraction of competitors' cost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Open source (can self-host)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Strong reasoning model (R1)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6400800" cy="64008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AB308"/>
                </a:solidFill>
              </a:defRPr>
            </a:pPr>
            <a:r>
              <a:t>Trade-off: Chinese company (compliance considerations)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Models: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V3.2 ($) - General use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R1 ($) - Complex reasoning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Coder ($) - Programming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Open Source (Llama, Qwen, Mistral)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B4B4B4"/>
                </a:solidFill>
              </a:defRPr>
            </a:pPr>
            <a:r>
              <a:t>Self-host for privacy &amp;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Strengths: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Full data privacy - your 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No per-token API costs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Customizable &amp; fine-tunable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No vendor lock-in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6400800" cy="640080"/>
          </a:xfrm>
          <a:prstGeom prst="roundRect">
            <a:avLst/>
          </a:prstGeom>
          <a:solidFill>
            <a:srgbClr val="3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AB308"/>
                </a:solidFill>
              </a:defRPr>
            </a:pPr>
            <a:r>
              <a:t>Trade-off: Requires GPUs &amp; technical expertise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Models: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Llama 4 (Meta) - Most popular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Qwen 3 (Alibaba) - 119 languages</a:t>
            </a:r>
          </a:p>
          <a:p>
            <a:pPr>
              <a:spcAft>
                <a:spcPts val="600"/>
              </a:spcAft>
              <a:defRPr sz="1700">
                <a:solidFill>
                  <a:srgbClr val="B4B4B4"/>
                </a:solidFill>
              </a:defRPr>
            </a:pPr>
            <a:r>
              <a:t>Mistral - European focus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32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Use Case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Customer Support / Chatbots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Cheapest 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984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984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DeepSeek V3.2 or Gemini 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10-30x cheaper, handles routine queries well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Best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9572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9572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Claude Sonnet 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614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Natural conversation, excellent context understanding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Fastest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930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9300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Claude Haiku 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587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2-4x faster than other options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9028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High volume (100k+)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9028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9028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Haiku or Gemini 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Keep costs manageable at scale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Code Generation &amp;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Best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984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984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Claude Opus 4.5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Industry-leading at writing, reviewing, and debugging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Good quality, lower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9572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9572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DeepSeek 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614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338+ languages, excellent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Large codebase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930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9300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GPT-4.1 or Gemini 2.5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587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1-2M token context fits entire projects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9028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IDE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9028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9028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Claude Haiku or Gemini 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Fast completions for real-time coding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Document Analysis /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Very long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984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984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Gemini 2.5 Pro (2M) or GPT-4.1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Largest context windows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Best comprehension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9572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9572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Claude Opus 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614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Excellent at understanding nuance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High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930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9300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Gemini Flash or Haiku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587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Cost-effective for batch 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9028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Data privacy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9028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9028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Llama 4 Scout (self-hosted)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10M context, runs on your servers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Research &amp; Complex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Deep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984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984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OpenAI 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Purpose-built for multi-step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Reasoning on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9572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9572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DeepSeek 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614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Similar to o3 at ~1/20th the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9300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Extended thinking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930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9300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Claude Opus 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587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Can 'think longer' on complex problems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11277295" cy="96012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9028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B4B4"/>
                </a:solidFill>
              </a:defRPr>
            </a:pPr>
            <a:r>
              <a:t>Self-hosted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9028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9028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DeepSeek R1 (local)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Strong reasoning, runs locally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32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Cost Comparison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Cost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$ BUDGET: DeepSeek, Gemini Flash, Claude Haiku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  Best for: High volume, prototyping, cost-sensitive projects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$$ MID-RANGE: Claude Sonnet, GPT-4o, Gemini Pro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  Best for: Production applications, balanced needs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$$$ PREMIUM: Claude Opus, GPT-5, OpenAI o3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  Best for: Quality-critical apps, complex reasoning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SELF-HOSTED: Llama 4, Qwen 3, DeepSeek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  Best for: Data privacy, very high volume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Key Insight: DeepSeek Changes the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DeepSeek V3.2 offers quality comparable to GPT-4 and Claude Sonnet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At 10-30x LOWER cost than competitors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DeepSeek R1 matches OpenAI o3 reasoning at ~1/20th the price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Consider DeepSeek as your default for cost-sensitive projects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Move up to Claude/OpenAI only when quality is critical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Caveat: Chinese company - evaluate compliance requirements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Resources for Deeper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Artificial Analysis (artificialanalysis.ai)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  Real-time pricing and speed comparisons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LMArena (lmarena.ai)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  Try models side-by-side yourself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WhatLLM (whatllm.org)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    Weekly updated model comparisons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Internal: See llm-selection-guide.md and index.html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32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Official Documentation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Claude: docs.anthropic.com/en/docs/about-claude/models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OpenAI: platform.openai.com/docs/models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Gemini: ai.google.dev/gemini-api/docs/models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DeepSeek: api-docs.deepseek.com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Llama 4: github.com/meta-llama/llama-models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Qwen 3: huggingface.co/collections/Qwen/qwen3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Mistral: docs.mistral.ai/getting-started/models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Pricing &amp; Benchmark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Anthropic Pricing: anthropic.com/pricing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OpenAI Pricing: openai.com/api/pricing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Google Pricing: ai.google.dev/pricing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DeepSeek Pricing: api-docs.deepseek.com/quick_start/pricing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Artificial Analysis: artificialanalysis.ai/leaderboards/models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LMArena Rankings: lmarena.ai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Vellum Leaderboard: vellum.ai/llm-leaderboard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Summary: Quick Picks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General use, tight budget → DeepSeek V3.2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Best overall quality → Claude Opus 4.5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Coding → Claude Opus 4.5 or DeepSeek Coder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Complex reasoning → OpenAI o3 or DeepSeek R1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Long documents → Gemini 2.5 Pro (2M context)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Speed priority → Claude Haiku or Gemini Flash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Data privacy → Llama 4 or Qwen 3 (self-hosted)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Google ecosystem → Gemini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Let's find the right LLM for your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